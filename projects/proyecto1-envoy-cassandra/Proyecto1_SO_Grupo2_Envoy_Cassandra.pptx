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el Grupo 2. Caso de estudio 6: Envoy + Cassandra 5 en un host de 6 GB y 3 vCPU con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 del negocio de la guía: 50 000 escrituras por segundo, 10 000 dispositivos, sesiones de 200 ms, relación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con 25 % de overhead: 1.5 GB. Quedan 4.5 GB. Envoy 0.6 y Cassandra 3.9. Restamos conexiones y margen para obtener la caché efectiva.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tabla del entregable 1. La columna nativa solo se muestra como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0.75 vCPU, ceil(0.75)=1 worker. Ley de Little: 50 000 x 0.2 = 10 000 conexiones. Hacia Cassandra, un pool de 150.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 de carga en un contenedor aparte. Envoy publica el 9042 y reenvía a Cassandra. Circuit breaker de 150.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build, up y la consulta CQL pasando por Envoy.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docker inspect y cgroup con la tabla; luego la config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stats, ps aux y htop en reposo.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Etapas de 40 s. Ningún OOM, cero errores, swap en cero. La caída a 64 hilos no se atribuye a ningún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htop y docker stats durante la etapa de estrés.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abrieron 50, 100, 150 y 200 conexiones. Envoy dejó pasar 150 y rechazó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Contenedor de prueba de 64 MB intenta reservar 300 MB. Termina con 137. Envoy y Cassandra siguen arriba.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a la pregunta técnica: primero la concurrencia en el borde, después heap y memtables, y el cgroup como red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pic>
        <p:nvPicPr>
          <p:cNvPr id="4" name="Picture 3" descr="6_logo_utp_-_rgb_o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051560" cy="1051560"/>
          </a:xfrm>
          <a:prstGeom prst="rect">
            <a:avLst/>
          </a:prstGeom>
        </p:spPr>
      </p:pic>
      <p:pic>
        <p:nvPicPr>
          <p:cNvPr id="5" name="Picture 4" descr="91_logo_5_fisc_oficial_-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320040"/>
            <a:ext cx="1051560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UNIVERSIDAD TECNOLÓGICA DE PANAMÁ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8229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B8FF"/>
                </a:solidFill>
                <a:latin typeface="Segoe UI"/>
              </a:rPr>
              <a:t>Facultad de Ingeniería de Sistemas Computacionales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Envoy + Cassandra 5 en 6 GB y 3 vCPU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5120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B8FF"/>
                </a:solidFill>
                <a:latin typeface="Segoe UI"/>
              </a:rPr>
              <a:t>Dimensionamiento, despliegue con Docker y prueba de estrés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5486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James Tack  ·  Carlos Robles  ·  Heidy Urriola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Grupo 2  |  Sistemas Operativos  |  Proyecto #1, CS06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Prof. Isacio Tamayo  ·  1IL143, II semestre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El caso: telemetría IoT que casi solo escribe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5CD0"/>
                </a:solidFill>
                <a:latin typeface="Segoe UI"/>
              </a:rPr>
              <a:t>50 000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escrituras por segundo sostenidas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8404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4CD9FF"/>
                </a:solidFill>
                <a:latin typeface="Segoe UI"/>
              </a:rPr>
              <a:t>10 000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dispositivos concurrentes, sesión media de 200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5669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Envoy recibe las conexiones y las enruta; Cassandra 5 guarda cada lectura. Todo cabe en un host de 6 GB y 3 vCPU.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Primero el overhead, después el reparto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8404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CD0"/>
                </a:solidFill>
                <a:latin typeface="Segoe UI"/>
              </a:rPr>
              <a:t>1.50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overhead del SO y Docker (25 % de 6 GB)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8404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4CD9FF"/>
                </a:solidFill>
                <a:latin typeface="Segoe UI"/>
              </a:rPr>
              <a:t>4.50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RAM libre para los servicios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53035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Envoy: 0.60 GB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Cassandra: 3.90 GB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Conexiones: 150 × 3 MB = 0.44 GB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Margen: 275 MB = 0.27 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21208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0B0720"/>
          </a:solidFill>
          <a:ln w="15875">
            <a:solidFill>
              <a:srgbClr val="59F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285232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9FFB5"/>
                </a:solidFill>
                <a:latin typeface="Segoe UI"/>
              </a:rPr>
              <a:t>Caché efectiva de Cassandra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59FFB5"/>
                </a:solidFill>
                <a:latin typeface="Segoe UI"/>
              </a:rPr>
              <a:t>3.90 − 0.44 − 0.27 = 3.19 GB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Tabla de recursos, vía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3657600"/>
                <a:gridCol w="2468880"/>
              </a:tblGrid>
              <a:tr h="528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Parámetro</a:t>
                      </a:r>
                    </a:p>
                  </a:txBody>
                  <a:tcPr>
                    <a:solidFill>
                      <a:srgbClr val="3A1A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Docker (elegida)</a:t>
                      </a:r>
                    </a:p>
                  </a:txBody>
                  <a:tcPr>
                    <a:solidFill>
                      <a:srgbClr val="3A1A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Nativo</a:t>
                      </a:r>
                    </a:p>
                  </a:txBody>
                  <a:tcPr>
                    <a:solidFill>
                      <a:srgbClr val="3A1A7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Overhead SO / Docker (GB)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1.50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0.81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RAM libre para servicios (GB)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4.50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5.19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mem_limit Envoy (GB)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0.60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0.25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mem_limit Cassandra (GB)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3.90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4.94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vCPU Envoy / Cassandra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0.75 / 2.25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3 compartidas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Workers de Envoy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Conexiones por worker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10 000 (150 a Cassandra)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igual</a:t>
                      </a:r>
                    </a:p>
                  </a:txBody>
                  <a:tcPr>
                    <a:solidFill>
                      <a:srgbClr val="140E3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Caché efectiva Cassandra (GB)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9FFB5"/>
                          </a:solidFill>
                          <a:latin typeface="Segoe UI"/>
                        </a:rPr>
                        <a:t>3.19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Segoe UI"/>
                        </a:rPr>
                        <a:t>4.23</a:t>
                      </a:r>
                    </a:p>
                  </a:txBody>
                  <a:tcPr>
                    <a:solidFill>
                      <a:srgbClr val="0E0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cp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CPU: una cuota, un worker y 10 000 conexiones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9436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4CD9FF"/>
                </a:solidFill>
                <a:latin typeface="Segoe UI"/>
              </a:rPr>
              <a:t>0.75 + 2.25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vCPU para Envoy y Cassandra, suman las 3 del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9436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5CD0"/>
                </a:solidFill>
                <a:latin typeface="Segoe UI"/>
              </a:rPr>
              <a:t>1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--concurrency 1, un bucle de eventos para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58521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Ley de Little: 50 000 op/s × 0.2 s = 10 000 conexiones. Hacia Cassandra solo salen 150, el mismo límite del motor.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env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Arquitectura desplegada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017520" cy="173736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9B8FF"/>
                </a:solidFill>
                <a:latin typeface="Segoe UI"/>
              </a:rPr>
              <a:t>Clientes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834639" cy="1005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cassandra-stress
8 a 128 hilos
400 MB, 0.5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4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7830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4CD9FF"/>
                </a:solidFill>
                <a:latin typeface="Segoe UI"/>
              </a:rPr>
              <a:t>Envoy :9042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331720"/>
            <a:ext cx="3108960" cy="1005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0.60 GB · 0.75 vCPU
1 worker
circuit breaker 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5CD0"/>
                </a:solidFill>
                <a:latin typeface="Segoe UI"/>
              </a:rPr>
              <a:t>Cassandra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3291839" cy="1005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3.90 GB · 2.25 vCPU
heap 2 GiB
memtables 768 MiB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" y="2514600"/>
            <a:ext cx="548640" cy="0"/>
          </a:xfrm>
          <a:prstGeom prst="line">
            <a:avLst/>
          </a:prstGeom>
          <a:ln w="3810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2514600"/>
            <a:ext cx="548640" cy="0"/>
          </a:xfrm>
          <a:prstGeom prst="line">
            <a:avLst/>
          </a:prstGeom>
          <a:ln w="3810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93192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0B072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memswap_limit = mem_limit: sin swap, el exceso de memoria lo resuelve el OOM Killer del cgroup.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Los dos contenedores suman 4.50 GB; el 1.50 GB restante es del sistema operativo y Docker.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Despliegue con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25295"/>
            <a:ext cx="5596128" cy="3181321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levantar_servic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486400" cy="3071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54496" y="1225295"/>
            <a:ext cx="5504688" cy="3130128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cassandra_via_env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5394960" cy="3020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80353"/>
            <a:ext cx="5486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docker compose up -d levanta los dos servicios con sus límites.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29160"/>
            <a:ext cx="53949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nodetool en UN y una consulta CQL que cruza Envoy: Cassandra 5.0.9.</a:t>
            </a:r>
          </a:p>
        </p:txBody>
      </p:sp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La configuración real coincide con la tabla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25295"/>
            <a:ext cx="5596128" cy="3181321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limites_docker_ins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486400" cy="3071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54496" y="1225295"/>
            <a:ext cx="5504688" cy="3130128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config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5394960" cy="3020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80353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614 MiB y 0.75 vCPU en Envoy; 3 993 MiB y 2.25 vCPU en Cassandra. Swap en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2916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768 MiB, 384 MiB y 150 conexiones en cassandra.yaml; -Xmx2048M; concurrency 1.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Infraestructura en reposo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25295"/>
            <a:ext cx="5504688" cy="3130128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docker_stats_f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394960" cy="3020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54496" y="1225295"/>
            <a:ext cx="5504688" cy="3130128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htop_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5394960" cy="3020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2916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Cassandra 2.28 GiB de 3.90 GiB (58 %). Envoy 12 MiB de 614 MiB.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2916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htop: tres CPU casi libres, procesos java y envoy.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Prueba de estrés: de 8 a 128 hilos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fig_estres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71600"/>
            <a:ext cx="6583680" cy="33153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28016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59FFB5"/>
                </a:solidFill>
                <a:latin typeface="Segoe UI"/>
              </a:rPr>
              <a:t>0 errores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ni un OOMKilled en las 4 etapas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CD9FF"/>
                </a:solidFill>
                <a:latin typeface="Segoe UI"/>
              </a:rPr>
              <a:t>65 %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79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máximo de memoria de Cassandra (2.55 de 3.90 GiB)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4572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A 64 hilos el p99 subió a 396 ms; con 128 volvió a 82 ms. El entorno varía, no hay un techo del servicio.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Bajo carga: CPU, procesos y memoria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25295"/>
            <a:ext cx="5596128" cy="3181321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htop_bajo_est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486400" cy="3071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54496" y="1225295"/>
            <a:ext cx="5504688" cy="3130128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stats_bajo_est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5394960" cy="3020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34633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Tres CPU entre 42 y 46 %; Cassandra al 99 %, Envoy al 31 %.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48344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Cassandra 106 % de CPU y 63.5 % de su memoria; Envoy 33 %.</a:t>
            </a:r>
          </a:p>
        </p:txBody>
      </p:sp>
    </p:spTree>
  </p:cSld>
  <p:clrMapOvr>
    <a:masterClrMapping/>
  </p:clrMapOvr>
  <p:transition spd="med">
    <p:cover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El límite de 150 conexiones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7548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4CD9FF"/>
                </a:solidFill>
                <a:latin typeface="Segoe UI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754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conexiones activas hacia Cassandra, y ni una 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47548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5CD0"/>
                </a:solidFill>
                <a:latin typeface="Segoe UI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4754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conexiones rechazadas por el circuit breaker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22976" y="1225295"/>
            <a:ext cx="6236208" cy="3539674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6_limite_conex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280160"/>
            <a:ext cx="6126480" cy="342994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c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OOM Killer: el daño queda dentro del cgroup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25295"/>
            <a:ext cx="6144768" cy="3488481"/>
          </a:xfrm>
          <a:prstGeom prst="roundRect">
            <a:avLst>
              <a:gd name="adj" fmla="val 6000"/>
            </a:avLst>
          </a:prstGeom>
          <a:solidFill>
            <a:srgbClr val="20145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oom_killer_contene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6035040" cy="33787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800600"/>
            <a:ext cx="6035040" cy="1463040"/>
          </a:xfrm>
          <a:prstGeom prst="roundRect">
            <a:avLst>
              <a:gd name="adj" fmla="val 6000"/>
            </a:avLst>
          </a:prstGeom>
          <a:solidFill>
            <a:srgbClr val="0B072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6692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Contenedor de 64 MB que pide 300 MB.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Código 137, OOMKilled=true.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dmesg: Memory cgroup out of memory.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Envoy y Cassandra, intactos.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Qué ajustar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4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4CD9FF"/>
                </a:solidFill>
                <a:latin typeface="Segoe UI"/>
              </a:rPr>
              <a:t>1. Borde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Circuit breaker de Envoy: rechaza el exceso antes de que cueste memoria o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FF5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CD0"/>
                </a:solidFill>
                <a:latin typeface="Segoe UI"/>
              </a:rPr>
              <a:t>2.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60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Heap, memtables y concurrent_writes de Cassandra: deciden cuándo vaciar a disco.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20C30"/>
          </a:solidFill>
          <a:ln w="15875">
            <a:solidFill>
              <a:srgbClr val="59F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4592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59FFB5"/>
                </a:solidFill>
                <a:latin typeface="Segoe UI"/>
              </a:rPr>
              <a:t>3. Cgroup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60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Límite de memoria con holgura: solo debe actuar ante un fallo, porque su efecto es matar.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B8FF"/>
                </a:solidFill>
                <a:latin typeface="Segoe UI"/>
              </a:rPr>
              <a:t>La cuota de memoria del cgroup queda como última red de seguridad, no como mecanismo de control.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Sistemas Operativos  |  Proyecto #1  |  Grupo 2  |  UTP FISC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B8FF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Lo que nos llevamos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Cada número de la tabla aparece igual en docker inspect, el cgroup y los archivos de configuración.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Cada límite cumple una función: la CPU ordena, la memoria mata y el circuit breaker decide cuánto entra.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Con 64 hilos el rendimiento cayó y con 128 se multiplicó casi por cuatro: no se culpa a Envoy sin medirlo.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B8FF"/>
                </a:solidFill>
                <a:latin typeface="Segoe UI"/>
              </a:rPr>
              <a:t>James Tack  ·  Carlos Robles  ·  Heidy Urriola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Envoy + Cassandra 5 en 6 GB y 3 vCPU: dimensionamiento, despliegue y prueba de estrés</dc:title>
  <dc:subject>Sistemas Operativos, Proyecto #1, Caso de estudio CS06</dc:subject>
  <dc:creator>James Tack; Carlos Robles; Heidy Urriola</dc:creator>
  <cp:keywords>Envoy, Cassandra, Docker, cgroups, OOM Killer, dimensionamiento</cp:keywords>
  <dc:description>Grupo 2, 1IL143, II semestre 2026, UTP FISC</dc:description>
  <cp:lastModifiedBy>Grupo 2</cp:lastModifiedBy>
  <cp:revision>1</cp:revision>
  <dcterms:created xsi:type="dcterms:W3CDTF">2026-10-15T18:00:00Z</dcterms:created>
  <dcterms:modified xsi:type="dcterms:W3CDTF">2026-10-15T18:00:00Z</dcterms:modified>
  <cp:category>Presentación de proyecto</cp:category>
</cp:coreProperties>
</file>